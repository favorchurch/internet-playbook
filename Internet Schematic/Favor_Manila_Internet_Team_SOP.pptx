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37160" cy="32004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FAVOR MANILA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INTERNET TEAM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Master Standard Operating Procedure (SOP)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 • Effective May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Source of Truth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Welcome &amp; Our Vision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34290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</a:rPr>
              <a:t>OUR CORE MISSION:
</a:t>
            </a:r>
            <a:pPr indent="0" marL="0">
              <a:buNone/>
            </a:pPr>
            <a:r>
              <a:rPr lang="en-US" sz="1500" i="1" dirty="0">
                <a:solidFill>
                  <a:srgbClr val="12151A"/>
                </a:solidFill>
              </a:rPr>
              <a:t>"We lay the cables, place the mesh nodes, watch the stream, and make sure every person — whether in the room or watching from home — experiences the service without interruption."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6916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 the invisible, critical infrastructure work that keeps Sundays online.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9260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SINGLE SOURCE OF TRUTH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3429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deck reflects the master README.md, replacing all deprecated slides &amp; spreadsheets.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466344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4800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 ROSTERS &amp; 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5166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Roster details can always be checked at favor.church/techroster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Volunteer Onboarding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1: SIGN-UP 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out the team sign-up form.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link from Captain or favor.church/techroster.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2: INTERVIEW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conversation with Captain.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availability, tech comfort, and assign roles.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3: SHADOW SUNDAY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a full Sunday with ZERO duties.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familiar with workflows, huddles, and ask questions.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3794760"/>
            <a:ext cx="3977640" cy="242316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9776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4: ROSTERED SUNDAY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434340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assignment with a buddy.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your role and follow the SOP card.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Roster Rules of Engagement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UNAVAILABILITY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 the Captain at least ONE WEEK in advance if you cannot make it.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sufficient time to re-roster or adjust shifts.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COMMUNICATION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 to Viber GC messages within 24 hours.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Silence is not an answer. Clear communication keeps us aligned.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ROLE SWAPS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Arrange swaps directly with another rostered volunteer.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 the Captain once confirmed. Don't leave them guessing.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3794760"/>
            <a:ext cx="3977640" cy="242316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9776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4. ATTENDANCE &amp; PUNCTUALITY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434340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time is 6:00 AM sharp.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Arriving late without notice is logged and hurts early setup.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First Sunday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3774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CALL TIME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6:00 AM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SHARP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DAY 1 ACTION ITEMS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Arrive by 6:00 AM: Find the Captain at setup or text immediately.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closely at the 9:00 AM Huddle: Capture venue changes or updates.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your role SOP Card: Keep duty checklists open at all times.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your Buddy: Stick with your assigned experienced volunteer.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Questions: No question is a dumb question on your first day.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2: TEAM ROLES &amp; DUTIES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Roles (9) and Packdown Roles (6)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Setup vs. Packdown Roles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SETUP ROLES (9 POSITIONS)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Captain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lead and toggle execution.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Asst Captain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Floor management and field diagnostics.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Op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feed quality and encoder monitoring.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support and admin panels.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Runner / Speedtester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checks and node audits.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Comms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Viber chat bridging (4 GCs).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 Hands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Lay/tape Ethernet lines (Separate from CCTV).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Tapo camera installation.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Operator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Subtitles &amp; SPF.IO setup.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PACKDOWN ROLES (6 POSITIONS)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Captain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Debrief huddle and inventory sign-off.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 Lead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Coils and audits all Ethernet cables (Box 1).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 Asst ×2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lines from far-field nodes.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Tetris Master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packaging &amp; item-by-item final audit.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Operator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 M-Audio interface and close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Command Center: Captain &amp; Asst Captain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CAPTAIN (OPERATIONS OWNER)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Decision-Maker: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Resolves all stream, network, and team escalation points.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Responsibilities: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 Restream (7 AM), runsheet huddle (8:45 AM), all-in huddle (9 AM), YT link GC (9:45 AM).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Shutdown: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off Resi and Restream encoders post-service.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ASST CAPTAIN (FLOOR LEAD)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Eyes &amp; Ears on the Floor: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network mesh node placements, cable runs, and client drops.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Diagnostics: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Addresses slow wifi coverage zones and physical disconnects.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Hand-off: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Covers floor presence so Captain can stay focused on Broadcast consoles.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Broadcast Console: Stream Op &amp; Stream Comms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STREAM OP (LIVE MONITOR)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Resi encoder signal, Restream dashboards, and YouTube/iWantTV quality.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Rule: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Immediately alerts Captain if any destination drops or buffers.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Translations Oversight: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the AI translation subtitle feed during active windows.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*Stream Op monitors and flags; Captain executes toggles.*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STREAM COMMS (VIBER BRIDGE)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Four Key Viber GCs: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Stream Assist Team (Ops coord)
2. Tech x Socials (Social updates)
3. iWantTV Viber (iWantTV status)
4. Kids x Tech x Babies (Ministry updates)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AJA link at 7:30 AM; forward YT link at 9:45 AM.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Alerts: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all 4 GCs immediately if AJA backup is triggered.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Technical Support: Troubleshooting &amp; Runner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TROUBLESHOOTING (NETWORK FIRST-RESPONDER)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Knowledge: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Memorizes IP schemes, router log panels, and network topology.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Checks: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Verifies all routers, mesh backhauls, and switch ports are online.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Standby: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admin panels during service to troubleshoot network drops.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*Escalates to Captain if issue exceeds 5 minutes.*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RUNNER / SPEEDTESTER (LOGISTICS)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Validation: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Carries cables and deploys mesh hardware to assigned spots.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Speedtest Checkpoints: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Speedtests every mesh node position before 9:45 AM.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Rules Only: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must be LAN-wired with WiFi OFF on test device (Target ≥80 Mbps).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GC Reports: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all zones back to Asst Captain via Viber.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Infrastructure: Cables, CCTV, &amp; AI Operator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CABLE HANDS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&amp; Label Ethernet: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to Broadcast, Arena PCs, and Resi Encoder.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Cable Safety: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 down runs in public pathways to prevent trip hazards.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CCTV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Tapo Camera Deploys: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Tapo C200C units at target locations.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SSID Connection: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to FVR CCTV network and verify in Tapo app.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*Do not double-assign with Cable Hands!*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OPERATOR (TRANSLATIONS)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Connections: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M-Audio USB audio interface and printer cable at MC2.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SPF.IO Settings: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to tech@favor.church and route audio signal correctly.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Toggle Windows: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AI Translations ON (~10:30 AM) and OFF (~11:30 AM) on Captain's signal.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Post-Service Packdown &amp; Audits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PACKDOWN LEADER &amp; CABLES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Captain: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streams are OFF, run huddle debrief.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 Lead &amp; Asst (x2):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Ethernet runs, coil (over-under), store in Box 1.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63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&amp; CCTV PACKDOWN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Operator: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Disconnect interface, close SPF.IO, pack gear.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Tapo cameras, confirm offline in app.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397764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00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CRTVS PACKDOWN RULE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16636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unplug the CRTVS table early!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upload files post-service. Wait for Asst Captain clear.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TETRIS MASTER (AUDIT)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Responsibility: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Packs all technical equipment into designated storage boxes.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Item-by-Item Inventory Audit: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Audits packed gear against Box Inventory lists (§9).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Pre-Dismissal Sign-off: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any missing items to Captain before anyone is allowed to leave.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3: SCHEDULES &amp; PLAYBOOKS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Sunday Timeline and Step-by-Step Playbooks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Sunday Morning Timeline (10 AM)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/>
              <a:tblGrid>
                <a:gridCol w="1097280"/>
                <a:gridCol w="576072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Time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Event Details &amp; Milestones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Lead Role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6:00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Cable runs begin, mesh node placement, CCTV &amp; AI setups.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7:00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Restream ON. Set Favor Production YouTube to Unlisted.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7:30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Deadline: Send AJA Restream link to STREAM ASSIST GC.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9:00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All-in Internet Team huddle huddle. Run speedtest checks.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Captain/Runner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9:15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iWantTV stream goes live via Oven Media Engine.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9:45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YT link to GC. Verify visibilities (FB off, iWantTV public).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9:48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 LIVE auto-trigger. Feed live at ~9:50 AM.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9:55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Contingency Gate: Trigger AJA backup if Resi not live.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10:00 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Morning Service Starts. Stream Op monitors consoles.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Stream Op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12:NN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 ends. Manually shut off Resi &amp; Restream.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Early Morning Playbook (6:00 – 7:30 AM)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6:00 AM — PHYSICAL DEPLOYMENT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Huddle Gather: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full volunteer arrival. Assign buddy pairs.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Cables Deployment: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to Broadcast, Arena PCs, and Resi Encoder runs.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 Placements: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Asst Captain positions X50 nodes per venue layout.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Check: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Tapo CCTV cameras, mount AI gear at MC2.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7:00 – 7:30 AM — STREAM ACTIVATION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 Restream ON (7:00 AM):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Favor Production YouTube destination to unlisted.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Encoders verification: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AJA Helo link light (Green) and IP in ASUS panel.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studio.resi.io status for Resi Encoder.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 Preview Link sent (7:30 AM):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preview link to STREAM ASSIST GC. Stream Comms verifies.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Mid-Morning Playbook (8:45 – 9:15 AM)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 HUDDLES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8:45 AM runsheet huddle: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Captain attends coordination meeting with worship and production teams. Asst Captain manages floor.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9:00 AM all-in huddle: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Internet Team huddles. Captain briefs team on today's stream, updates, and target assignments.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3977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WIRED BACKHAUL AUDIT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all Deco X50 nodes show "Ethernet backhaul" (not wireless) in Deco app.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Arena PCs (Propres / vMix switcher) have WiFi disabled and show link lights.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3657600"/>
            <a:ext cx="3977640" cy="256032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3840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RUNNER SPEEDTEST 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4206240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all mesh locations.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MUST be LAN-wired with WiFi OFF on test device.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required speed is ≥80 Mbps at every point.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all zone metrics back to Asst Captain via GC.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Go-Live Window (9:45 – 10:00 AM)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9:45 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YouTube link to GC. Verify final visibilities: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YT Prod = Unlisted | Backup = Unlisted | iWantTV = Public | Facebook = OFF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9:48 AM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260604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 LIVE auto-trigger fires.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Op verifies encoder online status in studio.resi.io dashboard.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86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9:50 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388620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 Feed Active (2-5 min buffer delay).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Op confirms visual YouTube live feed is stable with normal audio.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8229600" cy="12344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66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9:55 AM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516636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CONTINGENCY WINDOW (Resi offline check):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Resi is not live, Captain manually triggers AJA backup streams in Restream.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Comms alerts all 4 Viber GCs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Afternoon Service Playbook (4 PM)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AFTERNOON TIMELINE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1:30 PM — Captain Solo Arrival: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YouTube unlisted. Send link to GC. Run Speedtests (target ≥80 Mbps).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2:45 PM — Runsheet Huddle: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Captain attends production runsheet huddle.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3:00 PM — Afternoon Huddle: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afternoon volunteers. Verify settings.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 PM — Service Starts: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Resend YT link in Viber GC during pre-roll.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6:00 PM — Post-Service: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stop encoders. Post-service debrief huddle.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DIFFERENCES FROM MORNING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Setup Start: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Captain handles early setup checks alone. No Cable Hands or CCTV setup required (hardware stays deployed).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Speedtest Validation: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re-verify WAN bandwidth at 1:30 PM (ensure no congestion).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Auto-Trigger (Resi):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Captain verifies Resi manually toggled in afternoon if schedule fails.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Translations: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Toggled ON (~4:30 PM) and OFF (~5:30 PM).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4: SIGNAL CHAIN &amp;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Destinations, Signal Flow, and Metadata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Stream Destinations Matrix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188720"/>
                <a:gridCol w="1371600"/>
                <a:gridCol w="219456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Destination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Path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Visibility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Default State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Notes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YT-Prod TEST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 7:07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1-hr test; 2-5m delay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YT Production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UNLISTED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 9:48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 live 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Facebook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Sundays (Disabled)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YT Backup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AJA → Restream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UNLISTED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9:45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30s latency backup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YT Prod Preview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AJA → Restream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7:30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Realtime preview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iWantTV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AJA → Restream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9:20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Oven Media relay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Facebook Backup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AJA → Restream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Emergency toggle only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Stream Signal Chain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71800" y="1188720"/>
            <a:ext cx="3200400" cy="9144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63240" y="1280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BROADCAST SWITCHER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(vMix / Tricaster Outputs)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886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80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RESI PATH (DEDICATED ISP)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Resi Hardware Encoder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via FVR RESI (Dedicated PLDT 5G).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studio.resi.io Cloud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Recieves stream (2-5 min buffer delay).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YT Production (Unlisted)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broadcast destination.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2743200"/>
            <a:ext cx="3886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880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AJA/RESTREAM PATH (FVR MAIN)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333756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AJA Helo Encoder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10.6.33.5 via FVR MAIN (Starlink/Jireh).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app.restream.io Cloud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Recieves realtime stream (&lt;30s latency).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Multi-Destinations: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YT Backup (Unlisted)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iWantTV (Public via Oven)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FB Backup (OFF by default)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Stream Control Toggle Sequence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/>
              <a:tblGrid>
                <a:gridCol w="1097280"/>
                <a:gridCol w="3931920"/>
                <a:gridCol w="182880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Time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Toggle Action Required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Platform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Responsible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7:00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Restream ON (YT Prod unlisted)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7:30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Send AJA link to GC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Viber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Captain/Comms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9:15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iWantTV live (auto Oven trigger)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Oven Engine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9:45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Send YT link to GC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Viber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9:48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 auto-trigger (LIVE)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9:55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AJA Backup if Resi not live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~10:30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Translations 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SPF.IO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Operator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~11:30 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Translations OFF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SPF.IO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Operator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~12:NN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 OFF + Restream OFF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Resi/Restream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Captain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YouTube Stream Metadata Setup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DESTINATION SETTINGS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settings in studio.resi.io or Restream: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us LIVE now at Favor Church!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Nonprofit &amp; Activism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Unlisted (Sundays main stream)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DESCRIPTION BLOCK (COPY-PASTE)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have any prayer requests, want to submit a testimony or want to know what your next step is after praying the salvation prayer, head to our website through the link in our bio!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📱CONNECT WITH US: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Instagram: @favor.mnl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Threads: @favor.mnl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Twitter/X: @favor_mnl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#favorchurch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#churchforimperfectpeople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2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#thefamilyyouvebeenlookingfor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5: PACKDOWN &amp; STORAGE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Post-Service Sequence, Audits, and Box Inventory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Post-Service Packdown Sequence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Terminate All Active Streams: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Resi encoder in studio.resi.io. Toggle OFF Restream channels. Close SPF.IO session.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60604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Post-Service Huddle (5-10 mins):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debrief: what went well, log issues, celebrate wins, and dismiss shadows.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86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88620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CRTVS Packdown Rule (CRITICAL):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CRTVS table stays live post-service to upload footage. Do NOT pack power or lines there until cleared.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66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516636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 &amp; Node collection: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Coil Ethernet cables (over-under) -&gt; Box 1. Gather Deco X50 nodes (check counts) -&gt; Box 2.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Equipment Audit: Box 1 &amp; Box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BOX 1: CABLES INVENTORY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3611880" cy="4206240"/>
        </p:xfrm>
        <a:graphic>
          <a:graphicData uri="http://schemas.openxmlformats.org/drawingml/2006/table">
            <a:tbl>
              <a:tblPr/>
              <a:tblGrid>
                <a:gridCol w="1645920"/>
                <a:gridCol w="457200"/>
                <a:gridCol w="150876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Qty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Cat6 Ethernet (Long 20m+)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Switch to Broadcast/Arena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Cat6 Ethernet (Med 10m)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Switch to Resi/AJA/Mesh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Cat6 Ethernet (Short 3m)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Broadcast Table patch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Extension Strip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Broadcast, CRTVS, Kids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Gaffer Tape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Floor cable taping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BOX 2: NETWORKING GEAR</a:t>
            </a:r>
            <a:endParaRPr lang="en-US" sz="12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37360"/>
          <a:ext cx="3611880" cy="4206240"/>
        </p:xfrm>
        <a:graphic>
          <a:graphicData uri="http://schemas.openxmlformats.org/drawingml/2006/table">
            <a:tbl>
              <a:tblPr/>
              <a:tblGrid>
                <a:gridCol w="1645920"/>
                <a:gridCol w="457200"/>
                <a:gridCol w="150876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Qty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ASUS GT-BE98 Router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 WiFi 7 router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Deco X50 Mesh Nodes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 node count!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Netgear 8-Port Switch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Broadcast distribution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PLDT H153 (Jireh)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WAN 2 backup into ASUS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PLDT H153 (Resi)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Dedicated to Resi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Unicom 5G Router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UNICOM &amp; SHILOH backup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Starlink Dish + Router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WAN 1 main source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Equipment Audit: Box 3, AI, &amp; Tools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BOX 3: STREAMING GEAR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 Hardware Encoder (Qty: 1)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connect to PLDT Resi 5G router. Handled via studio.resi.io.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 Helo Encoder (Qty: 1)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IP 10.6.33.5 via FVR MAIN. Handled via app.restream.io.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Tapo C200C CCTV Cameras (Qty: 2)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monitoring cameras. Check Tapo app configuration.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242316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GEAR (TRANSLATIONS)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M-Audio USB interface (Qty: 1)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Deploys at MC2 for audio capture.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USB Printer Cable (Qty: 1)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SPF.IO audio routing connector.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379476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39776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TOOLS &amp; MISCELLANEOUS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434340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 Laptop (Qty: 1)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panels access &amp; speedtest verification.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Comms Phone (Qty: 1)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GC Viber communication monitor.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6: VENUES &amp; CREDENTIALS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Ynares Arena &amp; Metrotent layouts, credentials, and rot. policy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Ynares Sports Arena Layout (v6)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NETWORK ARCHITECTURE 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Dual-WAN Failover Setup: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ASUS GT-BE98 main router accepts WAN 1 (Starlink) + WAN 2 (PLDT JIREH).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Network Path: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ASUS LAN -&gt; Netgear Switch -&gt; AJA Helo (10.6.33.5) + Arena PCs (vMix/Propres).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Mesh backhaul: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 nodes must be wired to switch for backhaul (Ethernet status in Deco App).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Streaming Path: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PLDT RESI connects directly and exclusively to the Resi Encoder.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 Node Placements (7):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Worship, CRTVS, Kids, Heroes, Royals, Babies, IEM.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371600"/>
            <a:ext cx="3611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6304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DIAGRAM PLACEHOLDER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Double-click to insert: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floor-plans/ynares-v6-2026-03-03.png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diagrams/ynares-topology.svg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Ensure nodes layout matches locations list.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Metrotent Venue Layout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LEAN NETWORK 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 Configuration: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 1 (Starlink) + WAN 2 (PLDT JIREH) feed into the ASUS ROG Rapture router.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Distribution: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Switch connects AJA Helo (10.6.33.5) in the production booth.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Stream Path: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PLDT RESI router connects directly to the Resi Hardware Encoder.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 Node Placements (2):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Node 1: CRTVS / VIP 2 area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Node 2: Babies area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371600"/>
            <a:ext cx="3611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6304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DIAGRAM PLACEHOLDER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Double-click to insert: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floor-plans/metrotent-v2026-01-16.png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diagrams/metrotent-topology.svg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Verify node placement boundaries.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Credentials &amp; Security Policy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CRITICAL CREDENTIAL SECURITY 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Live Passwords on Slides: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 rotate periodically. Slides must NEVER hold active raw passwords to prevent breach exposures.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Authoritative Live Sources: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Master Google Sheet: favor.church/techpasswords (link below)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Master SOP File: README.md Section 11 in codebase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7863840" cy="100584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MASTER PASSWORDS GOOGLE SHEET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(Google Drive Auth Required to View)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09160"/>
          <a:ext cx="786384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SSID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SSID Purpose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Panel IP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FVR 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ASUS GT-BE98 main router network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10.6.33.1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FVR CCTV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Tapo C200C CCTV camera network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10.6.33.1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FVR JIREH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PLDT H153 5G WAN 2 failover router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10.3.1.1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FVR RESI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PLDT H153 5G dedicated Resi encoder router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10.2.1.1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7: TROUBLESHOOTING PLAYBOOKS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Diagnostic Flow and Playbooks A, B, C, &amp; D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Troubleshooting Principles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34440" cy="731520"/>
          </a:xfrm>
          <a:prstGeom prst="rect">
            <a:avLst/>
          </a:prstGeom>
          <a:solidFill>
            <a:srgbClr val="E5F1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POWER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600200"/>
            <a:ext cx="274320" cy="274320"/>
          </a:xfrm>
          <a:prstGeom prst="rightArrow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37160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371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PHYSICAL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74320" cy="274320"/>
          </a:xfrm>
          <a:prstGeom prst="rightArrow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37160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371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IP REACH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1600200"/>
            <a:ext cx="274320" cy="274320"/>
          </a:xfrm>
          <a:prstGeom prst="rightArrow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37160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371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4. PLATFORM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600200"/>
            <a:ext cx="274320" cy="274320"/>
          </a:xfrm>
          <a:prstGeom prst="rightArrow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37160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371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5. CONTENT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BOTTOM-UP TROUBLESHOOTING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 Bottom-Up: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the sequence shown above. Never debug software (SPF.IO/Restream) until power and ethernet link lights show active connections.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60-Second Rule: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in doubt, restart the device, wait 60 seconds, and re-test. Fixes 90% of router issues.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local IP segment: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 must show IP in FVR MAIN segment (10.6.33.x) to reach ASUS console.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5-Minute Escalation Limit: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troubleshooting volunteer cannot solve a network issue within 5 minutes, immediately escalate to the Captain.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Playbook A: Starlink Outage Failover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OUTAGE SYMPTOMS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Internet access on FVR MAIN.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Speedtest registers 0 Mbps.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 / ASUS logs report WAN disconnection.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Starlink App displays orbital outage error alert.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STANDARD FAILOVER 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Check Starlink App: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system outage notice in admin logs.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Inspect WAN Cable: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cable connection from Starlink WAN box into ASUS ROG Rapture WAN 1 port.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Power Cycle Starlink: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Unplug Starlink power, wait 30 seconds, replug. Wait 2 minutes for orbit locks.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Confirm Failover WAN 2: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ASUS console (10.6.33.1) has failed over to PLDT JIREH (WAN 2 active).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Test LAN Speed: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fast.com wired to confirm bandwidth speed is ≥80 Mbps.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Playbook B: Encoder Streaming Failures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RESI ENCODER TROUBLESHOOTING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Symptom: YT Production shows offline after 9:50 AM.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Access studio.resi.io: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if encoder shows 'Connected' status.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Check PLDT RESI (10.2.1.1):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dedicated router is online and has active LTE/5G signal.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Check Resi Cable: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physical Ethernet between PLDT Resi LAN and Resi unit.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Reboot Resi unit: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cycle encoder. Wait 90 seconds.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*Contingency (9:55 AM):*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AJA Backup streams immediately in Restream.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AJA HELO TROUBLESHOOTING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Symptom: Restream shows no AJA source input.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Ping AJA Unit: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Run: `ping 10.6.33.5` from laptop.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Check Restream status: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AJA Helo channel is toggled ON.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Check AJA Input: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SDI/HDMI video input cable from switcher.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Power Cycle AJA: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Reboot hardware encoder. Wait 60 seconds.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5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Playbooks C &amp; D: Mesh &amp; Slow Speeds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PLAYBOOK C: MESH OFFLINE / SLOW ZONE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Symptom: A specific venue area reports wifi dropouts.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Check Deco Node LED: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[Solid Blue] = Normal
• [Red/Amber/Off] = Error / Offline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Verify Backhaul Mode: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Deco App. If node is in 'Wireless backhaul', check and reseat the Ethernet cable.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Reboot Node: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cycle node. Wait 2 minutes.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Relocate Node: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closer to main router if Ethernet run is damaged.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PLAYBOOK D: SLOW SPEEDTEST (&lt;80 MBPS)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Symptom: fast.com shows low speed during pre-service.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Verify wired test: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test device has WiFi OFF and is LAN-wired.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Check Bandwidth Hogs: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ASUS router client list (10.6.33.1).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heavy uploads (CRTVS footage uploads) during early streams.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Congestion Notice: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Starlink app for regional satellite congestion.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Failover Check: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215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Failover streaming units to standalone 5G backup routers (Unicom/Shiloh) if LAN drops.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2026-05-25T08:33:05Z</dcterms:created>
  <dcterms:modified xsi:type="dcterms:W3CDTF">2026-05-25T08:33:05Z</dcterms:modified>
</cp:coreProperties>
</file>